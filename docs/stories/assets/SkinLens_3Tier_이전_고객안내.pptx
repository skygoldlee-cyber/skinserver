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work/asset_store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172200" cy="39502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658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안내 문서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1430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SkinLens 3-Tier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03504" y="193852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E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이전(移轉) 이야기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 주방 간판 떼고, 전문점 셋으로 나누기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794760"/>
            <a:ext cx="169164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9136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쇼윈도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224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87168" y="3794760"/>
            <a:ext cx="169164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87168" y="39136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창고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487168" y="4224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34256" y="3794760"/>
            <a:ext cx="169164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34256" y="39136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주방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34256" y="4224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41148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지붕 아래 몰려 있던 가게를 셋으로 나눕니다 — 손님이 보는 간판은 Vercel, 장부·원본은 Supabase, 조리는 AI Server.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0080" y="6291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CÔTELEAF · SkinLens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235440" y="6291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2026-08-18 기준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한눈에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무엇을, 왜 바꾸나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서버에 몰려 있던 SkinLens를 역할별 전문 서비스 셋으로 나눕니다. 손님 경험은 그대로, 뒤편은 더 안전하고 가볍게.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61188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EEF2E7"/>
          </a:solidFill>
          <a:ln/>
        </p:spPr>
      </p:sp>
      <p:pic>
        <p:nvPicPr>
          <p:cNvPr id="7" name="Image 0" descr="/mnt/user-data/work/ic_ver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569464"/>
            <a:ext cx="713232" cy="713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375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A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22960" y="3474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쇼윈도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23367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손님이 보는 간판. Next.js PWA를 전 세계에 빠르게 띄우는 프런트엔드.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70832" y="2148840"/>
            <a:ext cx="361188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90872" y="2468880"/>
            <a:ext cx="914400" cy="914400"/>
          </a:xfrm>
          <a:prstGeom prst="ellipse">
            <a:avLst/>
          </a:prstGeom>
          <a:solidFill>
            <a:srgbClr val="EEF2E7"/>
          </a:solidFill>
          <a:ln/>
        </p:spPr>
      </p:sp>
      <p:pic>
        <p:nvPicPr>
          <p:cNvPr id="14" name="Image 1" descr="/mnt/user-data/work/ic_sup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569464"/>
            <a:ext cx="713232" cy="7132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0547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A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4690872" y="3474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창고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690872" y="38862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690872" y="423367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장부와 원본 사진을 보관. Postgres + Storage + Auth를 한 곳에서.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238744" y="2148840"/>
            <a:ext cx="361188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58784" y="2468880"/>
            <a:ext cx="914400" cy="914400"/>
          </a:xfrm>
          <a:prstGeom prst="ellipse">
            <a:avLst/>
          </a:prstGeom>
          <a:solidFill>
            <a:srgbClr val="EEF2E7"/>
          </a:solidFill>
          <a:ln/>
        </p:spPr>
      </p:sp>
      <p:pic>
        <p:nvPicPr>
          <p:cNvPr id="21" name="Image 2" descr="/mnt/user-data/work/ic_ai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569464"/>
            <a:ext cx="713232" cy="7132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073384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A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18"/>
          <p:cNvSpPr/>
          <p:nvPr/>
        </p:nvSpPr>
        <p:spPr>
          <a:xfrm>
            <a:off x="8558784" y="3474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 주방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558784" y="38862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Server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558784" y="423367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조리(분석)만 담당. gateway·worker·engine만 남긴 슬림한 백엔드.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02920" y="525780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EEF2E7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77240" y="55321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3"/>
          <p:cNvSpPr/>
          <p:nvPr/>
        </p:nvSpPr>
        <p:spPr>
          <a:xfrm>
            <a:off x="77724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1417320" y="5440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결론 —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코드(주방 공사)는 거의 끝났습니다. 남은 건 실제 세상과의 연결(창고 열쇠·쇼윈도 입점·개업 리허설)뿐입니다.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3-Tier 이전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C15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변화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이사 전 → 이사 후: 사진의 동선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928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이전 — 한 지붕 아래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1F1EC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688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 데스크
</a:t>
            </a:r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24688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EF2E7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4688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주방장
</a:t>
            </a:r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24688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EF2E7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24688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담당
</a:t>
            </a:r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2752344"/>
            <a:ext cx="274320" cy="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6200" y="2752344"/>
            <a:ext cx="274320" cy="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600200" y="35661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1F1EC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35661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임시 냉장고
</a:t>
            </a:r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db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35661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1F1EC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5661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저장고
</a:t>
            </a:r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볼륨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3063240"/>
            <a:ext cx="0" cy="475488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77240" y="42336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손님 사진이 안내 데스크 → 주방장 → 저장고를 모두 거침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2971800"/>
            <a:ext cx="502920" cy="502920"/>
          </a:xfrm>
          <a:prstGeom prst="rightArrow">
            <a:avLst/>
          </a:prstGeom>
          <a:solidFill>
            <a:srgbClr val="C15B3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1691640"/>
            <a:ext cx="498348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6E9E52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18928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이후 — 전문점 셋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949440" y="25146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쇼윈도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PWA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95360" y="25146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EF2E7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주방장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104120" y="2514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EF2E7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04120" y="2514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95360" y="35661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AF0EC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3566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창고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104120" y="356616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1F1EC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04120" y="3566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골방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engine-*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321040" y="2788920"/>
            <a:ext cx="274320" cy="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046720" y="229514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①도장 요청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966960" y="2788920"/>
            <a:ext cx="137160" cy="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635240" y="3063240"/>
            <a:ext cx="1280160" cy="502920"/>
          </a:xfrm>
          <a:prstGeom prst="line">
            <a:avLst/>
          </a:prstGeom>
          <a:noFill/>
          <a:ln w="22225">
            <a:solidFill>
              <a:srgbClr val="C15B3C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812280" y="32644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②사진 직접 PUT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281160" y="3063240"/>
            <a:ext cx="0" cy="50292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9326880" y="31089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③잡 생성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744200" y="3063240"/>
            <a:ext cx="0" cy="50292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6949440" y="423367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worker가 서명 URL로 원본 fetch + 포장 검수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502920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FBF1E9"/>
          </a:solidFill>
          <a:ln w="12700">
            <a:solidFill>
              <a:srgbClr val="E6C9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240" y="5285232"/>
            <a:ext cx="502920" cy="502920"/>
          </a:xfrm>
          <a:prstGeom prst="ellipse">
            <a:avLst/>
          </a:prstGeom>
          <a:solidFill>
            <a:srgbClr val="C15B3C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5285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1417320" y="5138928"/>
            <a:ext cx="10058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업로드는 이제 우리 서버를 거치지 않습니다.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손님이 도장(presign)만 받아 창고로 곧장 싣고, 주방엔 “몇 번 배달함”이라는 쪽지(image_key)만 옵니다.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조리 단계에서는 worker가 창고에서 원본을 잠깐 가져옵니다(egress 발생) — 사진이 서버를 아예 안 지나가는 게 아니라, 업로드 경로에서 주방을 뺀 것입니다.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3-Tier 이전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현황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여섯 막의 진행 상황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2026-08-18 기준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237744" cy="237744"/>
          </a:xfrm>
          <a:prstGeom prst="ellipse">
            <a:avLst/>
          </a:prstGeom>
          <a:solidFill>
            <a:srgbClr val="4C9A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36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1517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완료(코드)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17520" y="1536192"/>
            <a:ext cx="237744" cy="23774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536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28416" y="1517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개업 준비 남음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0" y="1536192"/>
            <a:ext cx="237744" cy="237744"/>
          </a:xfrm>
          <a:prstGeom prst="ellipse">
            <a:avLst/>
          </a:prstGeom>
          <a:solidFill>
            <a:srgbClr val="9AA09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536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97296" y="1517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미착수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19659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8952" y="2221992"/>
            <a:ext cx="237744" cy="23774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2221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2148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8952" y="251460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창고 계약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8952" y="282549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정렬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" y="30266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창고 열쇠(프로젝트·연결)·리전 결정 남음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34256" y="19659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0288" y="2221992"/>
            <a:ext cx="237744" cy="23774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90288" y="2221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6048" y="2148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90288" y="251460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쇼윈도 공사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90288" y="282549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포팅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90288" y="30266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입점·환경변수 남음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65592" y="19659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21624" y="2221992"/>
            <a:ext cx="237744" cy="237744"/>
          </a:xfrm>
          <a:prstGeom prst="ellipse">
            <a:avLst/>
          </a:prstGeom>
          <a:solidFill>
            <a:srgbClr val="4C9A4C"/>
          </a:solidFill>
          <a:ln/>
        </p:spPr>
      </p:sp>
      <p:sp>
        <p:nvSpPr>
          <p:cNvPr id="30" name="Text 28"/>
          <p:cNvSpPr/>
          <p:nvPr/>
        </p:nvSpPr>
        <p:spPr>
          <a:xfrm>
            <a:off x="8421624" y="2221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87384" y="2148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21624" y="251460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주방 슬림화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21624" y="282549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21624" y="30266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nginx·정적·저장고 제거 완료 (ENV 나사 1개 막5로)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3593592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8952" y="3849624"/>
            <a:ext cx="237744" cy="23774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" y="3849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4712" y="37764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58952" y="414223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배달함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8952" y="445312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8952" y="465429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배선 완료 · E2E 리허설 남음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34256" y="3593592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90288" y="3849624"/>
            <a:ext cx="237744" cy="237744"/>
          </a:xfrm>
          <a:prstGeom prst="ellipse">
            <a:avLst/>
          </a:prstGeom>
          <a:solidFill>
            <a:srgbClr val="9AA096"/>
          </a:solidFill>
          <a:ln/>
        </p:spPr>
      </p:sp>
      <p:sp>
        <p:nvSpPr>
          <p:cNvPr id="44" name="Text 42"/>
          <p:cNvSpPr/>
          <p:nvPr/>
        </p:nvSpPr>
        <p:spPr>
          <a:xfrm>
            <a:off x="4590288" y="3849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56048" y="37764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5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590288" y="414223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배달 경로 분리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90288" y="445312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90288" y="465429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 1 이후 착수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165592" y="3593592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421624" y="3849624"/>
            <a:ext cx="237744" cy="237744"/>
          </a:xfrm>
          <a:prstGeom prst="ellipse">
            <a:avLst/>
          </a:prstGeom>
          <a:solidFill>
            <a:srgbClr val="9AA096"/>
          </a:solidFill>
          <a:ln/>
        </p:spPr>
      </p:sp>
      <p:sp>
        <p:nvSpPr>
          <p:cNvPr id="51" name="Text 49"/>
          <p:cNvSpPr/>
          <p:nvPr/>
        </p:nvSpPr>
        <p:spPr>
          <a:xfrm>
            <a:off x="8421624" y="3849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787384" y="37764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6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421624" y="414223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경비실 이관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21624" y="445312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관측·DR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421624" y="465429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 1 이후 착수 · egress 관측 추가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 5·6은 막 1(창고 계약)이 끝나야 시작할 수 있습니다.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3-Tier 이전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무엇이 끝났고, 무엇이 남았나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1 · 창고 계약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4984" y="2423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버킷 이름 skin-images 통일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14984" y="2807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SupabaseStorage 도구 구현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1912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" y="31912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임시 로컬 db 철거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0" y="2167128"/>
            <a:ext cx="0" cy="1371600"/>
          </a:xfrm>
          <a:prstGeom prst="line">
            <a:avLst/>
          </a:prstGeom>
          <a:noFill/>
          <a:ln w="12700">
            <a:solidFill>
              <a:srgbClr val="DDE3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75304" y="2459736"/>
            <a:ext cx="146304" cy="146304"/>
          </a:xfrm>
          <a:prstGeom prst="rect">
            <a:avLst/>
          </a:prstGeom>
          <a:solidFill>
            <a:srgbClr val="FFFFFF"/>
          </a:solidFill>
          <a:ln w="16510">
            <a:solidFill>
              <a:srgbClr val="E0A8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프로젝트 생성·연결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75304" y="2916936"/>
            <a:ext cx="146304" cy="146304"/>
          </a:xfrm>
          <a:prstGeom prst="rect">
            <a:avLst/>
          </a:prstGeom>
          <a:solidFill>
            <a:srgbClr val="FFFFFF"/>
          </a:solidFill>
          <a:ln w="16510">
            <a:solidFill>
              <a:srgbClr val="E0A8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창고 위치(리전)·국외이전 판단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16002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2 · 쇼윈도 공사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167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2423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84264" y="2423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PWA 신축·컴포넌트 이전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46520" y="28072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84264" y="2807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클라이언트·PWA 설정 이전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52560" y="2167128"/>
            <a:ext cx="0" cy="1371600"/>
          </a:xfrm>
          <a:prstGeom prst="line">
            <a:avLst/>
          </a:prstGeom>
          <a:noFill/>
          <a:ln w="12700">
            <a:solidFill>
              <a:srgbClr val="DDE3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일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44584" y="2459736"/>
            <a:ext cx="146304" cy="146304"/>
          </a:xfrm>
          <a:prstGeom prst="rect">
            <a:avLst/>
          </a:prstGeom>
          <a:solidFill>
            <a:srgbClr val="FFFFFF"/>
          </a:solidFill>
          <a:ln w="16510">
            <a:solidFill>
              <a:srgbClr val="E0A8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82328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입점(연결·환경변수)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244584" y="2916936"/>
            <a:ext cx="146304" cy="146304"/>
          </a:xfrm>
          <a:prstGeom prst="rect">
            <a:avLst/>
          </a:prstGeom>
          <a:solidFill>
            <a:srgbClr val="FFFFFF"/>
          </a:solidFill>
          <a:ln w="16510">
            <a:solidFill>
              <a:srgbClr val="E0A8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82328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설치·오프라인 리허설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3950208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7240" y="41330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3 · 주방 슬림화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7240" y="4517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" y="47731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14984" y="47731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허용 오리진 명시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" y="51572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4984" y="51572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nginx·정적·storage 제거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7240" y="55412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14984" y="55412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→ gateway 전용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383280" y="4517136"/>
            <a:ext cx="0" cy="1371600"/>
          </a:xfrm>
          <a:prstGeom prst="line">
            <a:avLst/>
          </a:prstGeom>
          <a:noFill/>
          <a:ln w="12700">
            <a:solidFill>
              <a:srgbClr val="DDE3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0" y="4517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일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575304" y="4809744"/>
            <a:ext cx="146304" cy="146304"/>
          </a:xfrm>
          <a:prstGeom prst="rect">
            <a:avLst/>
          </a:prstGeom>
          <a:solidFill>
            <a:srgbClr val="FFFFFF"/>
          </a:solidFill>
          <a:ln w="16510">
            <a:solidFill>
              <a:srgbClr val="E0A8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3048" y="4773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ENV:prod 나사 조이기(막5)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72200" y="3950208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46520" y="41330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4 · 배달함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46520" y="4517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46520" y="47731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84264" y="47731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presign·analyze·3단 플로우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46520" y="51572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84264" y="51572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원본 fetch + magic-byte 검수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052560" y="4517136"/>
            <a:ext cx="0" cy="1371600"/>
          </a:xfrm>
          <a:prstGeom prst="line">
            <a:avLst/>
          </a:prstGeom>
          <a:noFill/>
          <a:ln w="12700">
            <a:solidFill>
              <a:srgbClr val="DDE3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35440" y="4517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일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244584" y="4809744"/>
            <a:ext cx="146304" cy="146304"/>
          </a:xfrm>
          <a:prstGeom prst="rect">
            <a:avLst/>
          </a:prstGeom>
          <a:solidFill>
            <a:srgbClr val="FFFFFF"/>
          </a:solidFill>
          <a:ln w="16510">
            <a:solidFill>
              <a:srgbClr val="E0A8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82328" y="4773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리허설(번호 정합성·검수 실효)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3-Tier 이전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2E9C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한 걸음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필요한 단 하나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67665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1 — 창고 계약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프로젝트 생성·실제 연결, 그리고 그 순간 창고 위치(리전)까지 함께 확정.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 없이는 로컬 개발도, 이후의 어떤 막도 문을 열 수 없습니다.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고객이 알아둘 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35240" y="2231136"/>
            <a:ext cx="256032" cy="256032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01000" y="215798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손님 경험은 그대로 —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업로드·분석 흐름은 손님 눈에 동일합니다.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2798064"/>
            <a:ext cx="256032" cy="256032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27249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보안·개인정보 —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업로드가 우리 서버를 거치지 않아 노출 면이 줄었습니다.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35240" y="3364992"/>
            <a:ext cx="256032" cy="256032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3364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3291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창고 위치가 중요 —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원본이 저장되는 리전이 국외이전 여부를 좌우합니다.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3931920"/>
            <a:ext cx="256032" cy="256032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01000" y="3858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비용은 egress 중심 —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시 원본 fetch(전송량)가 가장 먼저 커집니다.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39496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50468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2E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줄로 —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지붕 아래 몰린 가게를 쇼윈도·데이터 창고·우리 주방 셋으로 나누기로 했고, 코드는 거의 마쳤다. 남은 건 창고 열쇠 받고, 쇼윈도 입점하고, 개업 리허설하는 것뿐이다.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3-Tier 이전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9AA0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원본 인포그래픽 — 한 장으로 보는 전체 이야기</a:t>
            </a:r>
            <a:endParaRPr lang="en-US" sz="2400" dirty="0"/>
          </a:p>
        </p:txBody>
      </p:sp>
      <p:pic>
        <p:nvPicPr>
          <p:cNvPr id="4" name="Image 0" descr="/mnt/user-data/work/asset_poster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4890" y="1417320"/>
            <a:ext cx="2491740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문서의 모든 장면은 위 한 장의 포스터에서 발췌·재구성했습니다.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3-Tier 이전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2026-08-18T12:33:38Z</dcterms:created>
  <dcterms:modified xsi:type="dcterms:W3CDTF">2026-08-18T12:33:38Z</dcterms:modified>
</cp:coreProperties>
</file>